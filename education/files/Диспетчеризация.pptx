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6210A6E-6F8F-4F8C-AB70-D355D6EE38B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81234A4-C7BC-4474-B106-E2B2CA7CABD3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5EFF4D0-2130-4961-9F83-F8BCFE51A89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E5C0C90-C866-4981-9E15-F6932D0CBB6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3C705C4-DB46-480E-8F12-8ECC06B4981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79E8386-88F9-45C2-94A4-BAB2D278075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947EC2F-22E4-4C59-86BE-0974A040FC0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962BE9A-5C02-4B69-AF6A-E37F46F0F11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D64A06B-4742-4C25-BD81-B02F3656115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922197F-E38A-484A-BB29-D274BA8B398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A45AE84-F5B8-4413-A223-CB0AFAFC6E70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101C891-748D-4A55-998E-C3561781E77E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91F08C1-85AD-4CAA-90B1-1F1F10B2AE2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9DF2B7B-14ED-4B55-A972-890A528B69A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CAABCB8-38D4-4D0D-AA10-4B63E00395B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C991A1A-5ABE-4C0B-9E7A-2F3D5B9A658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83C7D08-FAE3-483F-93D9-CCB7A3B583D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1BB3D2F-0302-4BAF-9C28-DE2142DD48D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C66BB58-9520-4ECC-BABC-384837A4B54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1775746-0062-4D7F-BA5D-DC455BD3FD5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46727AB-5180-45BA-BC93-D132A5C49CE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0CD0DE3-E389-46D0-9D76-0825B32FBB0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E7F8E5-FC90-4EDD-840A-865816ED00F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930BE41-66C9-41CE-9B85-5FFCD7222746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092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Седьмой уровень структуры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latin typeface="Times New Roman"/>
              </a:rPr>
              <a:t>&lt;нижний колонтитул&gt;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5B8961A-61F8-4E9D-A2FC-B754A9E71405}" type="slidenum">
              <a:rPr lang="ru-RU" sz="1400" b="0" strike="noStrike" spc="-1">
                <a:latin typeface="Times New Roman"/>
              </a:rPr>
              <a:t>‹#›</a:t>
            </a:fld>
            <a:endParaRPr lang="ru-RU" sz="1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strike="noStrike" spc="-1"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latin typeface="Times New Roman"/>
              </a:rPr>
              <a:t>&lt;нижний колонтитул&gt;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698840A-E25C-4F00-A5E0-07D87C95E84F}" type="slidenum">
              <a:rPr lang="ru-RU" sz="1400" b="0" strike="noStrike" spc="-1">
                <a:latin typeface="Times New Roman"/>
              </a:rPr>
              <a:t>‹#›</a:t>
            </a:fld>
            <a:endParaRPr lang="ru-RU" sz="14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strike="noStrike" spc="-1"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latin typeface="Times New Roman"/>
              </a:rPr>
              <a:t>&lt;дата/время&gt;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109080" y="270550"/>
            <a:ext cx="2029436" cy="472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600" spc="-1" dirty="0">
                <a:latin typeface="Arial"/>
              </a:rPr>
              <a:t>Н</a:t>
            </a:r>
            <a:r>
              <a:rPr lang="ru-RU" sz="1600" b="0" strike="noStrike" spc="-1" dirty="0">
                <a:latin typeface="Arial"/>
              </a:rPr>
              <a:t>еобходимое направление находим в </a:t>
            </a:r>
            <a:r>
              <a:rPr lang="ru-RU" sz="1600" spc="-1" dirty="0" err="1">
                <a:latin typeface="Arial"/>
              </a:rPr>
              <a:t>т</a:t>
            </a:r>
            <a:r>
              <a:rPr lang="ru-RU" sz="1600" b="0" strike="noStrike" spc="-1" dirty="0" err="1">
                <a:latin typeface="Arial"/>
              </a:rPr>
              <a:t>рекере</a:t>
            </a:r>
            <a:r>
              <a:rPr lang="ru-RU" sz="1600" b="0" strike="noStrike" spc="-1" dirty="0">
                <a:latin typeface="Arial"/>
              </a:rPr>
              <a:t> и внизу переходим на вкладку «Работы»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600" b="0" strike="noStrike" spc="-1" dirty="0">
                <a:latin typeface="Arial"/>
              </a:rPr>
              <a:t> </a:t>
            </a:r>
            <a:br>
              <a:rPr lang="ru-RU" sz="1600" b="0" strike="noStrike" spc="-1" dirty="0">
                <a:latin typeface="Arial"/>
              </a:rPr>
            </a:br>
            <a:r>
              <a:rPr lang="ru-RU" sz="1600" b="0" strike="noStrike" spc="-1" dirty="0">
                <a:latin typeface="Arial"/>
              </a:rPr>
              <a:t>Далее выбираем услугу(и),которые необходимо </a:t>
            </a:r>
            <a:r>
              <a:rPr lang="ru-RU" sz="1600" b="0" strike="noStrike" spc="-1" dirty="0" err="1">
                <a:latin typeface="Arial"/>
              </a:rPr>
              <a:t>диспетчеризировать</a:t>
            </a:r>
            <a:r>
              <a:rPr lang="ru-RU" sz="1600" b="0" strike="noStrike" spc="-1" dirty="0">
                <a:latin typeface="Arial"/>
              </a:rPr>
              <a:t> в другую лабораторию</a:t>
            </a:r>
          </a:p>
        </p:txBody>
      </p:sp>
      <p:pic>
        <p:nvPicPr>
          <p:cNvPr id="83" name="Рисунок 82"/>
          <p:cNvPicPr/>
          <p:nvPr/>
        </p:nvPicPr>
        <p:blipFill>
          <a:blip r:embed="rId2"/>
          <a:stretch/>
        </p:blipFill>
        <p:spPr>
          <a:xfrm>
            <a:off x="2213545" y="227435"/>
            <a:ext cx="7758000" cy="52156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-191729" y="2009031"/>
            <a:ext cx="2822342" cy="479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-RU" sz="1600" spc="-1" dirty="0">
                <a:latin typeface="Arial"/>
              </a:rPr>
              <a:t>Далее нажимаем на кнопку «Диспетчеризации»</a:t>
            </a:r>
          </a:p>
        </p:txBody>
      </p:sp>
      <p:pic>
        <p:nvPicPr>
          <p:cNvPr id="85" name="Рисунок 84"/>
          <p:cNvPicPr/>
          <p:nvPr/>
        </p:nvPicPr>
        <p:blipFill>
          <a:blip r:embed="rId2"/>
          <a:stretch/>
        </p:blipFill>
        <p:spPr>
          <a:xfrm>
            <a:off x="2394639" y="184775"/>
            <a:ext cx="7456320" cy="5301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Прямоугольник 85"/>
          <p:cNvSpPr/>
          <p:nvPr/>
        </p:nvSpPr>
        <p:spPr>
          <a:xfrm>
            <a:off x="242013" y="1447514"/>
            <a:ext cx="3059640" cy="361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spc="-1" dirty="0">
                <a:latin typeface="Arial"/>
              </a:rPr>
              <a:t>Выбираем «Рабочее место» на которое необходимо перенаправить направление.</a:t>
            </a:r>
            <a:br>
              <a:rPr sz="1600" spc="-1" dirty="0">
                <a:latin typeface="Arial"/>
              </a:rPr>
            </a:br>
            <a:br>
              <a:rPr sz="1600" spc="-1" dirty="0">
                <a:latin typeface="Arial"/>
              </a:rPr>
            </a:br>
            <a:r>
              <a:rPr lang="ru-RU" sz="1600" spc="-1" dirty="0">
                <a:latin typeface="Arial"/>
              </a:rPr>
              <a:t>Если необходимого места нет в рабочем процессе, то необходимо создавать заявку на СТП МЗ</a:t>
            </a:r>
          </a:p>
        </p:txBody>
      </p:sp>
      <p:pic>
        <p:nvPicPr>
          <p:cNvPr id="87" name="Рисунок 86"/>
          <p:cNvPicPr/>
          <p:nvPr/>
        </p:nvPicPr>
        <p:blipFill>
          <a:blip r:embed="rId2"/>
          <a:stretch/>
        </p:blipFill>
        <p:spPr>
          <a:xfrm>
            <a:off x="4003711" y="407265"/>
            <a:ext cx="5295960" cy="47149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62</Words>
  <Application>Microsoft Office PowerPoint</Application>
  <PresentationFormat>Произвольный</PresentationFormat>
  <Paragraphs>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Symbol</vt:lpstr>
      <vt:lpstr>Times New Roman</vt:lpstr>
      <vt:lpstr>Wingdings</vt:lpstr>
      <vt:lpstr>Office Theme</vt:lpstr>
      <vt:lpstr>Office Theme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dc:description/>
  <cp:lastModifiedBy>user</cp:lastModifiedBy>
  <cp:revision>5</cp:revision>
  <dcterms:created xsi:type="dcterms:W3CDTF">2025-12-01T17:45:14Z</dcterms:created>
  <dcterms:modified xsi:type="dcterms:W3CDTF">2026-07-28T09:15:54Z</dcterms:modified>
  <dc:language>ru-RU</dc:language>
</cp:coreProperties>
</file>