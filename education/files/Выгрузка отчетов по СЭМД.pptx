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5B4B8AF-31B1-4DD4-AA13-9BC48192E4F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28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17EF707-EC03-40B5-B60B-8D09FFFD359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28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FD8B61B-967C-4A5A-9101-FE6D985EC09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28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93F7E93-B1D6-47E4-B314-0446C01D806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28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09B695C-7BE2-4241-8627-CB02E2C1E87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74160"/>
            <a:ext cx="9071280" cy="579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5A606D0-6CED-48C7-8A88-23383333636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28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86A6563-D65F-4DA3-8F1F-A747FFAEDA7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28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32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58EA4F5-B477-4C6B-B78D-871D14B622A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28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2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8222A4C-531A-4AFF-AC32-E3961B37C75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28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2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7726AFE-1338-4599-BAEC-8FFE7ED2A7F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28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32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3921750-63B1-4956-A685-3E1A2690CD5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28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2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2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2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2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2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2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A5A7B9C-48C0-4B0F-87B7-A42C7058A1C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F3F9B1D-F025-4EC8-8890-1D89994ECBA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28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1D08105-EE66-49A1-846F-DC93105EE1A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28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3C16735-FE4B-4FA8-AAB4-F32A1F9ECC4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28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B19B8DE-F53E-4F6B-9A37-DABCB25AC11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28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257B7E6-8316-44C9-A1B7-01B117BEE65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504000" y="74160"/>
            <a:ext cx="9071280" cy="579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B6FCB0D-4AC1-43E7-9393-9FE6A7831F2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28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49BA10B-DD8E-4199-8885-7D312BE7C70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28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515232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C3E2121-4664-48BB-9FF0-990E7BDC0F6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28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2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13E57F9-2FC5-47DB-B96A-14B1F034F64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28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2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016C41F-73F3-4AA1-9A08-0CED4AA40FF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28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515232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E2DE7ED-53FB-4F86-9E94-E281CED0AA4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28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2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2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2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2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2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2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642E82D-BE04-40E5-966F-CAD86AAD96A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280" cy="124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latin typeface="Times New Roman"/>
              </a:rPr>
              <a:t>&lt;нижний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4B059EA-E3D0-4121-837F-91BF49E9C28A}" type="slidenum">
              <a:rPr b="0" lang="ru-RU" sz="1400" spc="-1" strike="noStrike">
                <a:latin typeface="Times New Roman"/>
              </a:rPr>
              <a:t>&lt;номер&gt;</a:t>
            </a:fld>
            <a:endParaRPr b="0" lang="ru-RU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pc="-1" strike="noStrike"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latin typeface="Times New Roman"/>
              </a:rPr>
              <a:t>&lt;дата/время&gt;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latin typeface="Arial"/>
              </a:rPr>
              <a:t>Второй уровень структуры</a:t>
            </a:r>
            <a:endParaRPr b="0" lang="ru-RU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latin typeface="Arial"/>
              </a:rPr>
              <a:t>Третий уровень структуры</a:t>
            </a:r>
            <a:endParaRPr b="0" lang="ru-RU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latin typeface="Arial"/>
              </a:rPr>
              <a:t>Четвёртый уровень структуры</a:t>
            </a:r>
            <a:endParaRPr b="0" lang="ru-RU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Пятый уровень структуры</a:t>
            </a:r>
            <a:endParaRPr b="0" lang="ru-RU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Шестой уровень структуры</a:t>
            </a:r>
            <a:endParaRPr b="0" lang="ru-RU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Седьмой уровень структуры</a:t>
            </a:r>
            <a:endParaRPr b="0" lang="ru-RU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280" cy="124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latin typeface="Arial"/>
              </a:rPr>
              <a:t>Второй уровень структуры</a:t>
            </a:r>
            <a:endParaRPr b="0" lang="ru-RU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Третий уровень структуры</a:t>
            </a:r>
            <a:endParaRPr b="0" lang="ru-RU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latin typeface="Arial"/>
              </a:rPr>
              <a:t>Четвёртый уровень структуры</a:t>
            </a:r>
            <a:endParaRPr b="0" lang="ru-RU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Пятый уровень структуры</a:t>
            </a:r>
            <a:endParaRPr b="0" lang="ru-RU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Шестой уровень структуры</a:t>
            </a:r>
            <a:endParaRPr b="0" lang="ru-RU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Седьмой уровень структуры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latin typeface="Times New Roman"/>
              </a:rPr>
              <a:t>&lt;нижний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CDA4E84-26D6-4F3A-9530-59FE2CF81B0F}" type="slidenum">
              <a:rPr b="0" lang="ru-RU" sz="1400" spc="-1" strike="noStrike">
                <a:latin typeface="Times New Roman"/>
              </a:rPr>
              <a:t>&lt;номер&gt;</a:t>
            </a:fld>
            <a:endParaRPr b="0" lang="ru-RU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pc="-1" strike="noStrike"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latin typeface="Times New Roman"/>
              </a:rPr>
              <a:t>&lt;дата/время&gt;</a:t>
            </a:r>
            <a:endParaRPr b="0" lang="ru-RU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ru-RU" sz="3200" spc="-1" strike="noStrike">
                <a:latin typeface="Arial"/>
              </a:rPr>
              <a:t>Создание отчета в ЛИС ЕМИАС </a:t>
            </a:r>
            <a:endParaRPr b="0" lang="ru-RU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14360" y="1152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pc="-1" strike="noStrike">
                <a:latin typeface="Arial"/>
              </a:rPr>
              <a:t>В АРМ Лаборатория заходим во вкладку выборка и выбираем отчет</a:t>
            </a:r>
            <a:endParaRPr b="0" lang="ru-RU" sz="2000" spc="-1" strike="noStrike">
              <a:latin typeface="Arial"/>
            </a:endParaRPr>
          </a:p>
        </p:txBody>
      </p:sp>
      <p:pic>
        <p:nvPicPr>
          <p:cNvPr id="84" name="" descr=""/>
          <p:cNvPicPr/>
          <p:nvPr/>
        </p:nvPicPr>
        <p:blipFill>
          <a:blip r:embed="rId1"/>
          <a:stretch/>
        </p:blipFill>
        <p:spPr>
          <a:xfrm>
            <a:off x="360000" y="720000"/>
            <a:ext cx="9000000" cy="4461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68360" y="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pc="-1" strike="noStrike">
                <a:latin typeface="Arial"/>
              </a:rPr>
              <a:t>Выбираем необходимый фильтр, выгружаем отчет в Excel</a:t>
            </a:r>
            <a:endParaRPr b="0" lang="ru-RU" sz="2400" spc="-1" strike="noStrike">
              <a:latin typeface="Arial"/>
            </a:endParaRPr>
          </a:p>
        </p:txBody>
      </p:sp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849960" y="720000"/>
            <a:ext cx="8415720" cy="4958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PPTX_View_PLUS/7.4.0.3$Windows_X86_64 LibreOffice_project/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2026-04-29T16:16:34Z</dcterms:created>
  <dc:creator/>
  <dc:description/>
  <dc:language>ru-RU</dc:language>
  <cp:lastModifiedBy/>
  <dcterms:modified xsi:type="dcterms:W3CDTF">2026-09-09T17:50:08Z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